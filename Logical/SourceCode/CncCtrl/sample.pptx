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950E7-C85F-CF77-5B32-C1C8E6AD4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8B05C-E480-601D-3FD9-8076B7F5F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7F4B8-9C1C-BABF-AFA9-BF0EA270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2D383-1C95-E218-4325-F426CED0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C295-6E45-A32E-55D2-27FDA9C9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99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76CE-54DD-67CA-37AC-F0C316D8C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93FF-E347-C295-C351-792EA481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53E02-A69C-76CB-7EAF-A20C60D2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8DB36-AAF3-AB79-0165-026E20C2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56D4-E883-9479-645F-59E28D90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4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85CD-905D-4A1C-1EE3-DD9AACF8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6C18C-8153-458D-FD1E-76BB36F84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17F71-496B-3276-D0B8-7F6F73A5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6BD2-F339-A137-328B-EB5D1343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ADA0F-F281-5CE8-75EE-0CA5E87D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8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160A-3050-3B7C-CC13-3C38254F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23042-E8E4-DD9C-BB06-5567DDE1D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6F939-009B-5696-19A6-29533393E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E3845-E385-193C-A412-0DC4758C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F0C2C-9E13-6057-7CB5-4E88769B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7FA7A-DE12-0D20-4C53-5855ADD1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2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31A8-9A14-AB21-7DD1-842B84A1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5FBAD-470C-6485-592C-7B35C5A9B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37779-4DCD-64FB-2851-93FEED6C1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2B3E20-A3EB-0220-6E1A-A1497A5C4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E0223-8671-5342-BDB5-C6E09E5663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1D8A9-4235-C7C7-9899-8D88DDDE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17A27-8498-2113-5B72-10059AE6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AA26A-F1CC-6094-D2B6-B5DA4A36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5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B0CF5-4AC3-1380-B246-C6A7FDA6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902BE-9319-E29A-220B-878519CA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21405-F5DC-37AB-96C9-D27ADC50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BEC9-0FE1-4628-7AD6-B6892D04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7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87A14-B6D2-552B-CA54-2F426FDB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F33AE-EB1C-3B6A-A7BC-6668F50C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7F018-CE51-6AEE-9E12-75EC05B6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48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2CAC-60EF-160E-E3E8-10812CA41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CE79-441E-7AD9-6849-66256FFDE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11E3E-679C-D039-2C09-D712C8D6F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7D299-A0FA-0F76-94DB-5E647B7A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9B607-BA10-A2AD-41FA-30E031E4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03289-77F1-0EE2-5A9B-970F762C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3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721D-B29D-5579-AA8F-52C71EC1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09E00-CE99-8C61-8E86-469976520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443F4-5F6B-07FE-2D33-84A571001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A9BB4-3592-BC01-F03E-F470654B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DEB4D-4C76-974F-7FD4-7FD29D7C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4030D-7A29-476B-79B5-BB271DB5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4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CA62F-7D61-35E3-8137-9FB55622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B3579-3AB6-BE49-DFFA-45AD7796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97DEB-D2B0-0A9E-3875-69BAB4A0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2FF76-3416-2BA3-86D5-1F381B2E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5C285-2ED7-2BFA-7168-E71E6BD0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3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B0863-24C1-8717-E17C-9F10F15BF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F7B13B-3F8D-A505-DA87-0C7C49E53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48E79-3F24-9750-7E12-D6BB42BF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690C4-7FB1-812D-CFF8-5E6A4630E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90BEF-958A-9E9F-25F5-E78BAE1F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6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8C721-1E66-2729-024C-AA9EB01D4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36E74-771B-951F-FF7D-C5F746E1B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BDCFE-5E2E-EB80-D938-5C96A9FAC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9998-F95D-4561-91F0-E554262BB05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B9CE-EE8D-A184-7947-230BE9928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67242-D8A6-BD25-B96B-A45CEBFD9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62938-A0AC-41C5-B189-C5B75D6A3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6BE2481-221D-2F33-C17A-AC14C4A7574D}"/>
              </a:ext>
            </a:extLst>
          </p:cNvPr>
          <p:cNvSpPr/>
          <p:nvPr/>
        </p:nvSpPr>
        <p:spPr>
          <a:xfrm>
            <a:off x="2803647" y="577158"/>
            <a:ext cx="4746942" cy="5703683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00B8CB-7E65-43C7-9D98-3F4593D0EDF8}"/>
              </a:ext>
            </a:extLst>
          </p:cNvPr>
          <p:cNvCxnSpPr>
            <a:cxnSpLocks/>
          </p:cNvCxnSpPr>
          <p:nvPr/>
        </p:nvCxnSpPr>
        <p:spPr>
          <a:xfrm>
            <a:off x="7930836" y="2761307"/>
            <a:ext cx="0" cy="35195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053AAF-FF21-93FC-25C4-CA5A72AE6406}"/>
              </a:ext>
            </a:extLst>
          </p:cNvPr>
          <p:cNvCxnSpPr>
            <a:cxnSpLocks/>
          </p:cNvCxnSpPr>
          <p:nvPr/>
        </p:nvCxnSpPr>
        <p:spPr>
          <a:xfrm>
            <a:off x="2803647" y="6518495"/>
            <a:ext cx="47469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56C36-3C63-3C19-6338-7B9427656FDB}"/>
              </a:ext>
            </a:extLst>
          </p:cNvPr>
          <p:cNvSpPr txBox="1"/>
          <p:nvPr/>
        </p:nvSpPr>
        <p:spPr>
          <a:xfrm>
            <a:off x="8184333" y="427323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600mm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1E9BC1-EF1D-F741-3615-E95176FCA86D}"/>
              </a:ext>
            </a:extLst>
          </p:cNvPr>
          <p:cNvSpPr txBox="1"/>
          <p:nvPr/>
        </p:nvSpPr>
        <p:spPr>
          <a:xfrm>
            <a:off x="4879817" y="6488668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800mm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2C1F87-E10E-EA15-20D2-EE2A213199F9}"/>
              </a:ext>
            </a:extLst>
          </p:cNvPr>
          <p:cNvSpPr txBox="1"/>
          <p:nvPr/>
        </p:nvSpPr>
        <p:spPr>
          <a:xfrm>
            <a:off x="6292158" y="488888"/>
            <a:ext cx="1154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R:800mm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9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Arif Kaya</dc:creator>
  <cp:lastModifiedBy>Arif Kaya</cp:lastModifiedBy>
  <cp:revision>3</cp:revision>
  <dcterms:created xsi:type="dcterms:W3CDTF">2024-10-16T13:25:47Z</dcterms:created>
  <dcterms:modified xsi:type="dcterms:W3CDTF">2026-06-04T05:52:39Z</dcterms:modified>
</cp:coreProperties>
</file>